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embeddedFontLst>
    <p:embeddedFont>
      <p:font typeface="Crimson Pro Semi Bold" panose="020B0604020202020204" charset="0"/>
      <p:regular r:id="rId11"/>
    </p:embeddedFont>
    <p:embeddedFont>
      <p:font typeface="Heebo" pitchFamily="2" charset="-79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51082-ADBB-4C79-9BDC-1C6B2E719254}" v="3" dt="2025-08-27T08:13:40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SHA TOMAR" userId="dcfb9067-3dba-4fdf-8ccd-7b02c2b5124c" providerId="ADAL" clId="{7A851082-ADBB-4C79-9BDC-1C6B2E719254}"/>
    <pc:docChg chg="undo custSel modSld">
      <pc:chgData name="AKANSHA TOMAR" userId="dcfb9067-3dba-4fdf-8ccd-7b02c2b5124c" providerId="ADAL" clId="{7A851082-ADBB-4C79-9BDC-1C6B2E719254}" dt="2025-08-27T08:13:45.717" v="192" actId="20577"/>
      <pc:docMkLst>
        <pc:docMk/>
      </pc:docMkLst>
      <pc:sldChg chg="modSp mod">
        <pc:chgData name="AKANSHA TOMAR" userId="dcfb9067-3dba-4fdf-8ccd-7b02c2b5124c" providerId="ADAL" clId="{7A851082-ADBB-4C79-9BDC-1C6B2E719254}" dt="2025-08-27T07:55:44.413" v="61" actId="20577"/>
        <pc:sldMkLst>
          <pc:docMk/>
          <pc:sldMk cId="0" sldId="256"/>
        </pc:sldMkLst>
        <pc:spChg chg="mod">
          <ac:chgData name="AKANSHA TOMAR" userId="dcfb9067-3dba-4fdf-8ccd-7b02c2b5124c" providerId="ADAL" clId="{7A851082-ADBB-4C79-9BDC-1C6B2E719254}" dt="2025-08-27T07:55:44.413" v="6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KANSHA TOMAR" userId="dcfb9067-3dba-4fdf-8ccd-7b02c2b5124c" providerId="ADAL" clId="{7A851082-ADBB-4C79-9BDC-1C6B2E719254}" dt="2025-08-27T08:01:54.494" v="77" actId="20577"/>
        <pc:sldMkLst>
          <pc:docMk/>
          <pc:sldMk cId="0" sldId="258"/>
        </pc:sldMkLst>
        <pc:spChg chg="mod">
          <ac:chgData name="AKANSHA TOMAR" userId="dcfb9067-3dba-4fdf-8ccd-7b02c2b5124c" providerId="ADAL" clId="{7A851082-ADBB-4C79-9BDC-1C6B2E719254}" dt="2025-08-27T08:01:47.087" v="76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8:01:54.494" v="77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AKANSHA TOMAR" userId="dcfb9067-3dba-4fdf-8ccd-7b02c2b5124c" providerId="ADAL" clId="{7A851082-ADBB-4C79-9BDC-1C6B2E719254}" dt="2025-08-27T08:12:05.880" v="180" actId="14100"/>
        <pc:sldMkLst>
          <pc:docMk/>
          <pc:sldMk cId="0" sldId="259"/>
        </pc:sldMkLst>
        <pc:spChg chg="mod">
          <ac:chgData name="AKANSHA TOMAR" userId="dcfb9067-3dba-4fdf-8ccd-7b02c2b5124c" providerId="ADAL" clId="{7A851082-ADBB-4C79-9BDC-1C6B2E719254}" dt="2025-08-27T08:03:32.347" v="164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7:54:03.425" v="27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7:53:55.632" v="25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8:12:05.880" v="180" actId="14100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AKANSHA TOMAR" userId="dcfb9067-3dba-4fdf-8ccd-7b02c2b5124c" providerId="ADAL" clId="{7A851082-ADBB-4C79-9BDC-1C6B2E719254}" dt="2025-08-27T08:13:45.717" v="192" actId="20577"/>
        <pc:sldMkLst>
          <pc:docMk/>
          <pc:sldMk cId="0" sldId="260"/>
        </pc:sldMkLst>
        <pc:spChg chg="mod">
          <ac:chgData name="AKANSHA TOMAR" userId="dcfb9067-3dba-4fdf-8ccd-7b02c2b5124c" providerId="ADAL" clId="{7A851082-ADBB-4C79-9BDC-1C6B2E719254}" dt="2025-08-27T06:55:46.834" v="16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8:12:55.608" v="189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7:52:43.360" v="24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8:13:45.717" v="192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6:55:58.582" v="17" actId="1038"/>
          <ac:spMkLst>
            <pc:docMk/>
            <pc:sldMk cId="0" sldId="260"/>
            <ac:spMk id="29" creationId="{00000000-0000-0000-0000-000000000000}"/>
          </ac:spMkLst>
        </pc:spChg>
      </pc:sldChg>
      <pc:sldChg chg="addSp delSp modSp mod">
        <pc:chgData name="AKANSHA TOMAR" userId="dcfb9067-3dba-4fdf-8ccd-7b02c2b5124c" providerId="ADAL" clId="{7A851082-ADBB-4C79-9BDC-1C6B2E719254}" dt="2025-08-27T08:08:29.220" v="170" actId="1076"/>
        <pc:sldMkLst>
          <pc:docMk/>
          <pc:sldMk cId="0" sldId="261"/>
        </pc:sldMkLst>
        <pc:spChg chg="del">
          <ac:chgData name="AKANSHA TOMAR" userId="dcfb9067-3dba-4fdf-8ccd-7b02c2b5124c" providerId="ADAL" clId="{7A851082-ADBB-4C79-9BDC-1C6B2E719254}" dt="2025-08-27T08:08:25.452" v="169" actId="478"/>
          <ac:spMkLst>
            <pc:docMk/>
            <pc:sldMk cId="0" sldId="261"/>
            <ac:spMk id="4" creationId="{00000000-0000-0000-0000-000000000000}"/>
          </ac:spMkLst>
        </pc:spChg>
        <pc:picChg chg="add mod">
          <ac:chgData name="AKANSHA TOMAR" userId="dcfb9067-3dba-4fdf-8ccd-7b02c2b5124c" providerId="ADAL" clId="{7A851082-ADBB-4C79-9BDC-1C6B2E719254}" dt="2025-08-27T08:08:29.220" v="170" actId="1076"/>
          <ac:picMkLst>
            <pc:docMk/>
            <pc:sldMk cId="0" sldId="261"/>
            <ac:picMk id="28" creationId="{99B39369-6E46-8607-8F90-A2EC5F14C582}"/>
          </ac:picMkLst>
        </pc:picChg>
      </pc:sldChg>
      <pc:sldChg chg="addSp delSp modSp mod">
        <pc:chgData name="AKANSHA TOMAR" userId="dcfb9067-3dba-4fdf-8ccd-7b02c2b5124c" providerId="ADAL" clId="{7A851082-ADBB-4C79-9BDC-1C6B2E719254}" dt="2025-08-27T08:10:13.888" v="176" actId="1076"/>
        <pc:sldMkLst>
          <pc:docMk/>
          <pc:sldMk cId="0" sldId="262"/>
        </pc:sldMkLst>
        <pc:spChg chg="mod">
          <ac:chgData name="AKANSHA TOMAR" userId="dcfb9067-3dba-4fdf-8ccd-7b02c2b5124c" providerId="ADAL" clId="{7A851082-ADBB-4C79-9BDC-1C6B2E719254}" dt="2025-08-27T08:09:53.884" v="175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KANSHA TOMAR" userId="dcfb9067-3dba-4fdf-8ccd-7b02c2b5124c" providerId="ADAL" clId="{7A851082-ADBB-4C79-9BDC-1C6B2E719254}" dt="2025-08-27T08:10:13.888" v="176" actId="1076"/>
          <ac:spMkLst>
            <pc:docMk/>
            <pc:sldMk cId="0" sldId="262"/>
            <ac:spMk id="13" creationId="{00000000-0000-0000-0000-000000000000}"/>
          </ac:spMkLst>
        </pc:spChg>
        <pc:picChg chg="add del">
          <ac:chgData name="AKANSHA TOMAR" userId="dcfb9067-3dba-4fdf-8ccd-7b02c2b5124c" providerId="ADAL" clId="{7A851082-ADBB-4C79-9BDC-1C6B2E719254}" dt="2025-08-27T08:09:42.471" v="173" actId="22"/>
          <ac:picMkLst>
            <pc:docMk/>
            <pc:sldMk cId="0" sldId="262"/>
            <ac:picMk id="16" creationId="{395CA644-1DC1-3DCA-6117-4693FF87EB65}"/>
          </ac:picMkLst>
        </pc:picChg>
      </pc:sldChg>
      <pc:sldChg chg="modSp mod">
        <pc:chgData name="AKANSHA TOMAR" userId="dcfb9067-3dba-4fdf-8ccd-7b02c2b5124c" providerId="ADAL" clId="{7A851082-ADBB-4C79-9BDC-1C6B2E719254}" dt="2025-08-27T07:56:02.010" v="75" actId="20577"/>
        <pc:sldMkLst>
          <pc:docMk/>
          <pc:sldMk cId="3216294133" sldId="263"/>
        </pc:sldMkLst>
        <pc:spChg chg="mod">
          <ac:chgData name="AKANSHA TOMAR" userId="dcfb9067-3dba-4fdf-8ccd-7b02c2b5124c" providerId="ADAL" clId="{7A851082-ADBB-4C79-9BDC-1C6B2E719254}" dt="2025-08-27T07:56:02.010" v="75" actId="20577"/>
          <ac:spMkLst>
            <pc:docMk/>
            <pc:sldMk cId="3216294133" sldId="263"/>
            <ac:spMk id="5" creationId="{374D3D0D-8CD1-AFF3-CF77-4DD71EBC9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78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4D3D0D-8CD1-AFF3-CF77-4DD71EBC91BA}"/>
              </a:ext>
            </a:extLst>
          </p:cNvPr>
          <p:cNvSpPr txBox="1"/>
          <p:nvPr/>
        </p:nvSpPr>
        <p:spPr>
          <a:xfrm>
            <a:off x="3657600" y="569150"/>
            <a:ext cx="8229600" cy="677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INTERNSHIP  FINDER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Akansha Tyagi  202410116100014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Akshita </a:t>
            </a:r>
            <a:r>
              <a:rPr lang="en-IN" sz="1800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gupta</a:t>
            </a:r>
            <a:r>
              <a:rPr lang="en-IN" sz="18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202410116100017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Akansha Tomar 202410116100013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Aanchal  202410116100002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(III Semester)</a:t>
            </a:r>
            <a:endParaRPr lang="en-IN" sz="18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(Dr.) / Dr. / Mr. Shashank Bhar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63EE495-2AB2-3B16-B26B-86BCD6CFC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9" y="569150"/>
            <a:ext cx="4196655" cy="11608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A2F4F-C5DC-2489-8946-D15CF7986A19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29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7842" y="2864525"/>
            <a:ext cx="91202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IN" sz="4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INTERNSHIP FINDER</a:t>
            </a:r>
            <a:endParaRPr lang="en-IN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introduces an innovative job and internship portal designed to streamline the discovery and application process for students and early-career job seekers. We integrate diverse listings, enhance transparency, and simplify referrals to empower your career journey.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05688-E3BE-9917-170E-7620A9CB8DBE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6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047399"/>
            <a:ext cx="11321534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Solving Your Job Search Challenges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6209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30906" y="3698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Problem: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279940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Too many job portals, too much time wasted.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30906" y="4722138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company transparency.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30906" y="5164336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easy referral process.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36209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36637" y="3698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Solution &amp; Impact: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36637" y="4279940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effort in finding relevant opportunities.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336637" y="4722138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Informed applications via reviews &amp; LinkedIn.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36637" y="5164336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Boosts referral chances for applicants.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0375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platform aims to cut through the noise, providing a single, trusted source for your job and internship needs, ensuring every application is strategic and supported by clear company insights.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2CD549-D200-240A-9EEB-890F7E111F6A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6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78860" y="3217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Job Listings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74332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real-time internship and job listings using REST API.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41955" y="3217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3252907"/>
            <a:ext cx="3316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Allow domain-based search (location, stipend, etc.).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78860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491043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secure authentication before applying.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41955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5000625"/>
            <a:ext cx="3857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Company Insights &amp; Networking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000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Enable users to check company reviews and LinkedIn profiles for networking/referrals.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0D131-89AE-B70A-5C08-9B48050AA50E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28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8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Included Features: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497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Internship &amp; job listing from APIs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919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Filtering by domain, stipend, location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341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Login/Signup with authentication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763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button with application redirection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185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reviews &amp; LinkedIn links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607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Auto-deletion of expired listings (10-day window)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Fetching Keywords from Resume through AI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50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33162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368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29497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35167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368415"/>
            <a:ext cx="1304282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focused scope ensures we deliver core functionality with high quality, addressing the most pressing needs of job seekers first.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6B6E2-DF78-FA84-F160-75CE908CC2F2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5907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Methodology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43545" y="1130260"/>
            <a:ext cx="10292834" cy="916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5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Tech Stack: Robust &amp; Modern</a:t>
            </a:r>
            <a:endParaRPr lang="en-US" sz="5750" dirty="0"/>
          </a:p>
        </p:txBody>
      </p:sp>
      <p:sp>
        <p:nvSpPr>
          <p:cNvPr id="4" name="Shape 2"/>
          <p:cNvSpPr/>
          <p:nvPr/>
        </p:nvSpPr>
        <p:spPr>
          <a:xfrm>
            <a:off x="743545" y="2365177"/>
            <a:ext cx="4239458" cy="2073712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5953" y="2577584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13" y="2717006"/>
            <a:ext cx="286822" cy="3584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5953" y="342733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55953" y="3886676"/>
            <a:ext cx="381464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React.js 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195411" y="2365177"/>
            <a:ext cx="4239458" cy="2073712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07819" y="2577584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079" y="2717006"/>
            <a:ext cx="286822" cy="3584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7819" y="342733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407819" y="3886676"/>
            <a:ext cx="381464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Node.js 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647277" y="2365177"/>
            <a:ext cx="4239458" cy="2073712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859685" y="2577584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4945" y="2717006"/>
            <a:ext cx="286822" cy="3584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9685" y="342733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59685" y="3886676"/>
            <a:ext cx="381464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MongoDB 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3545" y="4651296"/>
            <a:ext cx="6465332" cy="2073712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55953" y="4863703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213" y="5003125"/>
            <a:ext cx="286822" cy="3584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953" y="5713452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Authentication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955953" y="6172795"/>
            <a:ext cx="6040517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</a:t>
            </a:r>
            <a:endParaRPr lang="en-US" sz="1650" dirty="0"/>
          </a:p>
        </p:txBody>
      </p:sp>
      <p:sp>
        <p:nvSpPr>
          <p:cNvPr id="24" name="Shape 18"/>
          <p:cNvSpPr/>
          <p:nvPr/>
        </p:nvSpPr>
        <p:spPr>
          <a:xfrm>
            <a:off x="7421285" y="4651296"/>
            <a:ext cx="6465451" cy="2073712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633692" y="4863703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52" y="5003125"/>
            <a:ext cx="286822" cy="35849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3692" y="5713452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Version Control</a:t>
            </a:r>
            <a:endParaRPr lang="en-US" sz="2050" dirty="0"/>
          </a:p>
        </p:txBody>
      </p:sp>
      <p:sp>
        <p:nvSpPr>
          <p:cNvPr id="28" name="Text 21"/>
          <p:cNvSpPr/>
          <p:nvPr/>
        </p:nvSpPr>
        <p:spPr>
          <a:xfrm>
            <a:off x="7633692" y="6172795"/>
            <a:ext cx="6040636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GitHub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755577" y="6963966"/>
            <a:ext cx="131433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technology stack ensures a scalable, secure, and user-friendly platform, leveraging industry-standard tools for optimal performance and maintainability.</a:t>
            </a:r>
            <a:endParaRPr lang="en-US" sz="16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FBDB35-3073-7DCC-3315-B173698255E6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958" y="487442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Timeline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19958" y="941308"/>
            <a:ext cx="11077337" cy="763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Milestones: 8-Week Development Cycle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983849" y="2158603"/>
            <a:ext cx="354211" cy="22860"/>
          </a:xfrm>
          <a:prstGeom prst="roundRect">
            <a:avLst>
              <a:gd name="adj" fmla="val 116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48823" y="2103656"/>
            <a:ext cx="132755" cy="132755"/>
          </a:xfrm>
          <a:prstGeom prst="roundRect">
            <a:avLst>
              <a:gd name="adj" fmla="val 34439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92692" y="2031683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FC833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Weeks 1–2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9958" y="2414707"/>
            <a:ext cx="59868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Requirement Gathering &amp; UI/UX Design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92340" y="3221236"/>
            <a:ext cx="354211" cy="22860"/>
          </a:xfrm>
          <a:prstGeom prst="roundRect">
            <a:avLst>
              <a:gd name="adj" fmla="val 116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248823" y="3166289"/>
            <a:ext cx="132755" cy="132755"/>
          </a:xfrm>
          <a:prstGeom prst="roundRect">
            <a:avLst>
              <a:gd name="adj" fmla="val 34439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23622" y="3094315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C833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Weeks 3–4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23622" y="3477339"/>
            <a:ext cx="59868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Integration &amp; Database Setup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83849" y="4137184"/>
            <a:ext cx="354211" cy="22860"/>
          </a:xfrm>
          <a:prstGeom prst="roundRect">
            <a:avLst>
              <a:gd name="adj" fmla="val 116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48823" y="4082236"/>
            <a:ext cx="132755" cy="132755"/>
          </a:xfrm>
          <a:prstGeom prst="roundRect">
            <a:avLst>
              <a:gd name="adj" fmla="val 34439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92692" y="4010263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FC833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Weeks 5–6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9958" y="4393287"/>
            <a:ext cx="59868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Authentication System &amp; Apply Feature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92340" y="5053251"/>
            <a:ext cx="354211" cy="22860"/>
          </a:xfrm>
          <a:prstGeom prst="roundRect">
            <a:avLst>
              <a:gd name="adj" fmla="val 116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48823" y="4998303"/>
            <a:ext cx="132755" cy="132755"/>
          </a:xfrm>
          <a:prstGeom prst="roundRect">
            <a:avLst>
              <a:gd name="adj" fmla="val 34439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23622" y="4926330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C833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 7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23622" y="5309354"/>
            <a:ext cx="59868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Reviews &amp; LinkedIn Integration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83849" y="5969318"/>
            <a:ext cx="354211" cy="22860"/>
          </a:xfrm>
          <a:prstGeom prst="roundRect">
            <a:avLst>
              <a:gd name="adj" fmla="val 116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48823" y="5914370"/>
            <a:ext cx="132755" cy="132755"/>
          </a:xfrm>
          <a:prstGeom prst="roundRect">
            <a:avLst>
              <a:gd name="adj" fmla="val 34439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92692" y="5842397"/>
            <a:ext cx="2214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FC833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Week 8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9958" y="6225421"/>
            <a:ext cx="59868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Testing, Bug Fixing, &amp; Final Deployment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9958" y="7458670"/>
            <a:ext cx="1339048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structured timeline ensures efficient development and timely delivery of a fully functional and robust job portal.</a:t>
            </a:r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917B5C-83B1-0E57-1C29-CF617E364FD9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 descr="A graph with colored squares&#10;&#10;AI-generated content may be incorrect.">
            <a:extLst>
              <a:ext uri="{FF2B5EF4-FFF2-40B4-BE49-F238E27FC236}">
                <a16:creationId xmlns:a16="http://schemas.microsoft.com/office/drawing/2014/main" id="{99B39369-6E46-8607-8F90-A2EC5F14C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183" y="1972185"/>
            <a:ext cx="9354856" cy="46297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051"/>
            <a:ext cx="3058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Outcome &amp; Future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53195"/>
            <a:ext cx="1020508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Your Gateway to Career Success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32983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Expected Results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9504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Simplified job search for students and job seekers.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926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Increased transparency through company insights.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348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networking and referral opportunities.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0186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web application will be a powerful tool for navigating the competitive job market.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2983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Scope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504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Mobile Application: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Bringing the portal to your fingertips.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3926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Employer Dashboard: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Empowering companies to post directly.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1977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1901" y="52721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vision extends beyond the initial launch, with plans for continuous enhancement and innovation.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C17879-B600-3713-6CA5-4632029F7E8F}"/>
              </a:ext>
            </a:extLst>
          </p:cNvPr>
          <p:cNvSpPr/>
          <p:nvPr/>
        </p:nvSpPr>
        <p:spPr>
          <a:xfrm>
            <a:off x="12573000" y="7579895"/>
            <a:ext cx="205740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515</Words>
  <Application>Microsoft Office PowerPoint</Application>
  <PresentationFormat>Custom</PresentationFormat>
  <Paragraphs>95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Crimson Pro Semi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AKANSHA TOMAR</cp:lastModifiedBy>
  <cp:revision>2</cp:revision>
  <dcterms:created xsi:type="dcterms:W3CDTF">2025-08-27T06:32:02Z</dcterms:created>
  <dcterms:modified xsi:type="dcterms:W3CDTF">2025-08-27T08:13:50Z</dcterms:modified>
</cp:coreProperties>
</file>